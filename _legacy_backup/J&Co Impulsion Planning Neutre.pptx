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Garet Bold" pitchFamily="2" charset="77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8" autoAdjust="0"/>
  </p:normalViewPr>
  <p:slideViewPr>
    <p:cSldViewPr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7C781-D0DD-4847-B5D6-0CC72DE50A29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4A5841-12F2-8847-AFF4-43D5094DB2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294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4A5841-12F2-8847-AFF4-43D5094DB2E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264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959349"/>
              </p:ext>
            </p:extLst>
          </p:nvPr>
        </p:nvGraphicFramePr>
        <p:xfrm>
          <a:off x="685800" y="1500203"/>
          <a:ext cx="16840202" cy="8497451"/>
        </p:xfrm>
        <a:graphic>
          <a:graphicData uri="http://schemas.openxmlformats.org/drawingml/2006/table">
            <a:tbl>
              <a:tblPr/>
              <a:tblGrid>
                <a:gridCol w="3178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2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2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2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32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25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LUNDI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MARDI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MERCREDI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JEUDI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VENDREDI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1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8h30 - 9h15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Sport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Sport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Groupe de Parole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Renforcement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Scolaire</a:t>
                      </a:r>
                      <a:endParaRPr lang="en-US" sz="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Projet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Multimédia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24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9h20 - 10h05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Sport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Sport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Groupe de Parole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Renforcement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Scolaire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Projet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Multimédia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Pause</a:t>
                      </a:r>
                      <a:endParaRPr 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000000"/>
                        </a:solidFill>
                        <a:latin typeface="Garet Bold"/>
                        <a:ea typeface="Garet Bold"/>
                        <a:cs typeface="Garet Bold"/>
                        <a:sym typeface="Garet Bold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Pause</a:t>
                      </a:r>
                      <a:endParaRPr lang="en-US" sz="1800" dirty="0"/>
                    </a:p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000000"/>
                        </a:solidFill>
                        <a:latin typeface="Garet Bold"/>
                        <a:ea typeface="Garet Bold"/>
                        <a:cs typeface="Garet Bold"/>
                        <a:sym typeface="Garet Bold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Pause</a:t>
                      </a:r>
                      <a:endParaRPr lang="en-US" sz="1800" dirty="0"/>
                    </a:p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000000"/>
                        </a:solidFill>
                        <a:latin typeface="Garet Bold"/>
                        <a:ea typeface="Garet Bold"/>
                        <a:cs typeface="Garet Bold"/>
                        <a:sym typeface="Garet Bold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Pause</a:t>
                      </a:r>
                      <a:endParaRPr lang="en-US" sz="1800" dirty="0"/>
                    </a:p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000000"/>
                        </a:solidFill>
                        <a:latin typeface="Garet Bold"/>
                        <a:ea typeface="Garet Bold"/>
                        <a:cs typeface="Garet Bold"/>
                        <a:sym typeface="Garet Bold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Pause</a:t>
                      </a:r>
                      <a:endParaRPr lang="en-US" sz="1800" dirty="0"/>
                    </a:p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000000"/>
                        </a:solidFill>
                        <a:latin typeface="Garet Bold"/>
                        <a:ea typeface="Garet Bold"/>
                        <a:cs typeface="Garet Bold"/>
                        <a:sym typeface="Garet Bold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Pause</a:t>
                      </a:r>
                      <a:endParaRPr lang="en-US" sz="1800" dirty="0"/>
                    </a:p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845000"/>
                  </a:ext>
                </a:extLst>
              </a:tr>
              <a:tr h="5781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10h30 - 11h15</a:t>
                      </a:r>
                      <a:endParaRPr 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Projet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d’Entraide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Auto-Portrait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Groupe de Parole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Renforcement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Scolaire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Projet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Multimédia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1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122620"/>
                          </a:solidFill>
                          <a:latin typeface="Garet Bold"/>
                          <a:sym typeface="Garet Bold"/>
                        </a:rPr>
                        <a:t>11h20-12h05</a:t>
                      </a:r>
                      <a:endParaRPr 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Projet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d’Entraide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Auto-Portrait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Groupe de Parole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Renforcement scolaire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Projet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Multimédia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Repas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Nutritioniste + jeunes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Nutritioniste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+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jeunes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000000"/>
                        </a:solidFill>
                        <a:latin typeface="Garet Bold"/>
                        <a:ea typeface="Garet Bold"/>
                        <a:cs typeface="Garet Bold"/>
                        <a:sym typeface="Garet Bold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Nutritioniste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+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jeunes</a:t>
                      </a:r>
                      <a:endParaRPr lang="en-US" sz="1800" dirty="0"/>
                    </a:p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Nutritioniste + jeunes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Nutritioniste + jeunes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11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13h30 - 14h15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Expression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Orale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Renforcement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Scolaire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Sport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Auto-Portrait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Sport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811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14h20 - 15h05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Expression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Orale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Renforcement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Scolaire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Sport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Auto-Portrait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Sport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1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Pause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Pause</a:t>
                      </a:r>
                      <a:endParaRPr 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Pause</a:t>
                      </a:r>
                      <a:endParaRPr 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Pause</a:t>
                      </a:r>
                      <a:endParaRPr 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Pause</a:t>
                      </a:r>
                      <a:endParaRPr 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Pause</a:t>
                      </a:r>
                      <a:endParaRPr 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811000"/>
                  </a:ext>
                </a:extLst>
              </a:tr>
              <a:tr h="57811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15h20 - 16h05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Expression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Orale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Renforcement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Scolaire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Projet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d’Entraide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Sport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Permis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de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conduire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811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16h10 - 16h55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Expression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Orale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Renforcement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Scolaire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Projet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d’Entraide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Sport 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Permis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 de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sym typeface="Garet Bold"/>
                        </a:rPr>
                        <a:t>conduire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34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2262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16h55 - 17h30 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9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individuel 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individuel 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individuel 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individuel 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individuel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1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17066962" y="-1000562"/>
            <a:ext cx="2220787" cy="2220787"/>
          </a:xfrm>
          <a:custGeom>
            <a:avLst/>
            <a:gdLst/>
            <a:ahLst/>
            <a:cxnLst/>
            <a:rect l="l" t="t" r="r" b="b"/>
            <a:pathLst>
              <a:path w="2220787" h="2220787">
                <a:moveTo>
                  <a:pt x="0" y="0"/>
                </a:moveTo>
                <a:lnTo>
                  <a:pt x="2220786" y="0"/>
                </a:lnTo>
                <a:lnTo>
                  <a:pt x="2220786" y="2220787"/>
                </a:lnTo>
                <a:lnTo>
                  <a:pt x="0" y="22207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066962" y="9415712"/>
            <a:ext cx="2220787" cy="2220787"/>
          </a:xfrm>
          <a:custGeom>
            <a:avLst/>
            <a:gdLst/>
            <a:ahLst/>
            <a:cxnLst/>
            <a:rect l="l" t="t" r="r" b="b"/>
            <a:pathLst>
              <a:path w="2220787" h="2220787">
                <a:moveTo>
                  <a:pt x="0" y="0"/>
                </a:moveTo>
                <a:lnTo>
                  <a:pt x="2220786" y="0"/>
                </a:lnTo>
                <a:lnTo>
                  <a:pt x="2220786" y="2220787"/>
                </a:lnTo>
                <a:lnTo>
                  <a:pt x="0" y="22207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99748" y="-1000562"/>
            <a:ext cx="2220787" cy="2220787"/>
          </a:xfrm>
          <a:custGeom>
            <a:avLst/>
            <a:gdLst/>
            <a:ahLst/>
            <a:cxnLst/>
            <a:rect l="l" t="t" r="r" b="b"/>
            <a:pathLst>
              <a:path w="2220787" h="2220787">
                <a:moveTo>
                  <a:pt x="0" y="0"/>
                </a:moveTo>
                <a:lnTo>
                  <a:pt x="2220786" y="0"/>
                </a:lnTo>
                <a:lnTo>
                  <a:pt x="2220786" y="2220787"/>
                </a:lnTo>
                <a:lnTo>
                  <a:pt x="0" y="22207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99748" y="9415712"/>
            <a:ext cx="2220787" cy="2220787"/>
          </a:xfrm>
          <a:custGeom>
            <a:avLst/>
            <a:gdLst/>
            <a:ahLst/>
            <a:cxnLst/>
            <a:rect l="l" t="t" r="r" b="b"/>
            <a:pathLst>
              <a:path w="2220787" h="2220787">
                <a:moveTo>
                  <a:pt x="0" y="0"/>
                </a:moveTo>
                <a:lnTo>
                  <a:pt x="2220786" y="0"/>
                </a:lnTo>
                <a:lnTo>
                  <a:pt x="2220786" y="2220787"/>
                </a:lnTo>
                <a:lnTo>
                  <a:pt x="0" y="22207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B2C5177-75F7-BC42-B350-CD51687856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039" y="190500"/>
            <a:ext cx="15619161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136</Words>
  <Application>Microsoft Macintosh PowerPoint</Application>
  <PresentationFormat>Personnalisé</PresentationFormat>
  <Paragraphs>84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Garet Bold</vt:lpstr>
      <vt:lpstr>Arial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Calendrier Emploi du temps hebdomadaire minimaliste bleu</dc:title>
  <cp:lastModifiedBy>Microsoft Office User</cp:lastModifiedBy>
  <cp:revision>5</cp:revision>
  <dcterms:created xsi:type="dcterms:W3CDTF">2006-08-16T00:00:00Z</dcterms:created>
  <dcterms:modified xsi:type="dcterms:W3CDTF">2026-01-10T09:43:18Z</dcterms:modified>
  <dc:identifier>DAGz-xydSJE</dc:identifier>
</cp:coreProperties>
</file>